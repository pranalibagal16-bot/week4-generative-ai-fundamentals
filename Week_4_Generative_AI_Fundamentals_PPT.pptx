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4 – Generative AI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ZoyaSofts Internship Training Program</a:t>
            </a:r>
          </a:p>
          <a:p>
            <a:pPr>
              <a:defRPr sz="2200"/>
            </a:pPr>
            <a:r>
              <a:t>Day 1 to Day 7 Learning &amp; Mini Project</a:t>
            </a:r>
          </a:p>
          <a:p>
            <a:pPr>
              <a:defRPr sz="2200"/>
            </a:pPr>
            <a:r>
              <a:t>AI Document Question-Answering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– Generative AI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Generative AI and Large Language Models</a:t>
            </a:r>
          </a:p>
          <a:p>
            <a:pPr>
              <a:defRPr sz="2200"/>
            </a:pPr>
            <a:r>
              <a:t>Tokens, Prompts and Context</a:t>
            </a:r>
          </a:p>
          <a:p>
            <a:pPr>
              <a:defRPr sz="2200"/>
            </a:pPr>
            <a:r>
              <a:t>Basic prompt and token examples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– Prompt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Instructions</a:t>
            </a:r>
          </a:p>
          <a:p>
            <a:pPr>
              <a:defRPr sz="2200"/>
            </a:pPr>
            <a:r>
              <a:t>Role Prompting</a:t>
            </a:r>
          </a:p>
          <a:p>
            <a:pPr>
              <a:defRPr sz="2200"/>
            </a:pPr>
            <a:r>
              <a:t>Few-Shot Prompting</a:t>
            </a:r>
          </a:p>
          <a:p>
            <a:pPr>
              <a:defRPr sz="2200"/>
            </a:pPr>
            <a:r>
              <a:t>Structured Outputs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3 – LLM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API Keys</a:t>
            </a:r>
          </a:p>
          <a:p>
            <a:pPr>
              <a:defRPr sz="2200"/>
            </a:pPr>
            <a:r>
              <a:t>Requests and Responses</a:t>
            </a:r>
          </a:p>
          <a:p>
            <a:pPr>
              <a:defRPr sz="2200"/>
            </a:pPr>
            <a:r>
              <a:t>Python Integration</a:t>
            </a:r>
          </a:p>
          <a:p>
            <a:pPr>
              <a:defRPr sz="2200"/>
            </a:pPr>
            <a:r>
              <a:t>LLM API concepts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4 – Working with AI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System Prompts</a:t>
            </a:r>
          </a:p>
          <a:p>
            <a:pPr>
              <a:defRPr sz="2200"/>
            </a:pPr>
            <a:r>
              <a:t>Temperature</a:t>
            </a:r>
          </a:p>
          <a:p>
            <a:pPr>
              <a:defRPr sz="2200"/>
            </a:pPr>
            <a:r>
              <a:t>Context</a:t>
            </a:r>
          </a:p>
          <a:p>
            <a:pPr>
              <a:defRPr sz="2200"/>
            </a:pPr>
            <a:r>
              <a:t>Response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5 – Embeddings and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Vectors</a:t>
            </a:r>
          </a:p>
          <a:p>
            <a:pPr>
              <a:defRPr sz="2200"/>
            </a:pPr>
            <a:r>
              <a:t>Similarity Search</a:t>
            </a:r>
          </a:p>
          <a:p>
            <a:pPr>
              <a:defRPr sz="2200"/>
            </a:pPr>
            <a:r>
              <a:t>Knowledge Retrieval</a:t>
            </a:r>
          </a:p>
          <a:p>
            <a:pPr>
              <a:defRPr sz="2200"/>
            </a:pPr>
            <a:r>
              <a:t>Basic RAG concept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6 – Generative AI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 application</a:t>
            </a:r>
          </a:p>
          <a:p>
            <a:pPr>
              <a:defRPr sz="2200"/>
            </a:pPr>
            <a:r>
              <a:t>LLM API concept</a:t>
            </a:r>
          </a:p>
          <a:p>
            <a:pPr>
              <a:defRPr sz="2200"/>
            </a:pPr>
            <a:r>
              <a:t>System Prompt and User Prompt</a:t>
            </a:r>
          </a:p>
          <a:p>
            <a:pPr>
              <a:defRPr sz="2200"/>
            </a:pPr>
            <a:r>
              <a:t>User Interface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7 – Mini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AI Document Question-Answering Assistant</a:t>
            </a:r>
          </a:p>
          <a:p>
            <a:pPr>
              <a:defRPr sz="2200"/>
            </a:pPr>
            <a:r>
              <a:t>Upload text or PDF</a:t>
            </a:r>
          </a:p>
          <a:p>
            <a:pPr>
              <a:defRPr sz="2200"/>
            </a:pPr>
            <a:r>
              <a:t>Extract and chunk text</a:t>
            </a:r>
          </a:p>
          <a:p>
            <a:pPr>
              <a:defRPr sz="2200"/>
            </a:pPr>
            <a:r>
              <a:t>Embeddings and retrieval</a:t>
            </a:r>
          </a:p>
          <a:p>
            <a:pPr>
              <a:defRPr sz="2200"/>
            </a:pPr>
            <a:r>
              <a:t>Generate answers from relevant context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 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Upload Document</a:t>
            </a:r>
          </a:p>
          <a:p>
            <a:pPr>
              <a:defRPr sz="2200"/>
            </a:pPr>
            <a:r>
              <a:t>Extract Text</a:t>
            </a:r>
          </a:p>
          <a:p>
            <a:pPr>
              <a:defRPr sz="2200"/>
            </a:pPr>
            <a:r>
              <a:t>Create Chunks</a:t>
            </a:r>
          </a:p>
          <a:p>
            <a:pPr>
              <a:defRPr sz="2200"/>
            </a:pPr>
            <a:r>
              <a:t>Generate Embeddings</a:t>
            </a:r>
          </a:p>
          <a:p>
            <a:pPr>
              <a:defRPr sz="2200"/>
            </a:pPr>
            <a:r>
              <a:t>Store for Retrieval</a:t>
            </a:r>
          </a:p>
          <a:p>
            <a:pPr>
              <a:defRPr sz="2200"/>
            </a:pPr>
            <a:r>
              <a:t>Ask Questions</a:t>
            </a:r>
          </a:p>
          <a:p>
            <a:pPr>
              <a:defRPr sz="2200"/>
            </a:pPr>
            <a:r>
              <a:t>Retrieve Relevant Sections</a:t>
            </a:r>
          </a:p>
          <a:p>
            <a:pPr>
              <a:defRPr sz="2200"/>
            </a:pPr>
            <a:r>
              <a:t>Generate and Display Answer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Generative AI creates new content</a:t>
            </a:r>
          </a:p>
          <a:p>
            <a:pPr>
              <a:defRPr sz="2200"/>
            </a:pPr>
            <a:r>
              <a:t>LLMs use tokens and context</a:t>
            </a:r>
          </a:p>
          <a:p>
            <a:pPr>
              <a:defRPr sz="2200"/>
            </a:pPr>
            <a:r>
              <a:t>Prompt engineering controls response quality</a:t>
            </a:r>
          </a:p>
          <a:p>
            <a:pPr>
              <a:defRPr sz="2200"/>
            </a:pPr>
            <a:r>
              <a:t>Embeddings support similarity retrieval</a:t>
            </a:r>
          </a:p>
          <a:p>
            <a:pPr>
              <a:defRPr sz="2200"/>
            </a:pPr>
            <a:r>
              <a:t>RAG retrieves relevant external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